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4" r:id="rId7"/>
    <p:sldId id="258" r:id="rId8"/>
    <p:sldId id="259" r:id="rId9"/>
    <p:sldId id="263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C094-AD47-B830-BABD-6185A0DC5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41D25-A8E0-9ACA-22A2-0F4B92ACA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0B3D4-2F77-40F3-3DDE-A60CE7F3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BE197-8BC4-5B2D-31C8-F8288846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05AD2-A864-40DA-F692-333E0735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8482180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DC8E-9543-2A92-A48C-8BA786A4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FD2B-DE32-D94E-2D5D-FC6E8AB8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AE29-224F-E793-7DAD-189DEAED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A8918-98E7-3628-61EB-608D7AF0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70EF8-CA65-2D37-263D-BEFC4634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622099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27A-FDC4-FAAB-A18A-20D65C53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32B98-CBE0-9AB7-016C-512D84568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F0B89-6EE7-4F50-248D-9E4ADDE2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3F59-D783-1A4C-218D-D673181A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E312-5860-8F1B-9B4A-74011667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6342399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87F7-8D07-8B22-0A74-932828AF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02313-ED78-899D-D053-A05C7DBB9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0DAF4-8FF5-7598-03E8-73D14E3DC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F5E48-DE3F-069F-29ED-E3B96811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204C6-D144-7E82-82E6-2377206D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A1115-511A-C429-8FDB-8221753F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9444254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4C90-58D5-C820-80AD-C1803C47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91A0F-25E3-5097-F6C1-C00311BB3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561B8-AE11-7343-3587-7EED631E7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214D9-B4BF-A21A-B353-C8F66C263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DE499-8F9A-34F1-037D-A72999097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6BCCB-0E70-B47A-3DEB-1BF50630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CADDC-21BF-31FB-4811-BE039F65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A2AF1-B9D3-4DCD-D45E-CC3E774A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9579077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0B65-45A8-160D-783E-A5A96BB7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DAEAA-C4B2-0ACF-125F-2A572B4C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2CF90-3D03-372C-E782-D7AC48C1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07A7F-CBE8-7386-EBBC-278F7535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1777215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1C5A5-EEE0-CD02-0835-48813C99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332E6-4D07-A3EF-8E41-9D3F98E4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96DB-CC32-379F-3136-84FB47A7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4003641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7C40-4E90-95CB-5BD7-FCA442A8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F537-E8B8-6648-32A4-41FE46377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E61EB-2A1A-A2EA-7DB8-D1123DC62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26765-50DE-B288-76C8-A1D99EB8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A02DF-8EBD-788F-875C-2AE9D3B4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9D456-7E06-A892-68C5-12F6647D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095707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A753-8533-EFF6-28EA-AE70740F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2A9A6B-B10D-3D72-D8EE-9F87D9E98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755BC-5423-4D70-57CF-0F38D8584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2C601-FEE8-7C69-2F01-43473500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B530F-63E1-3E86-6D5D-EAB13F9B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FC997-AB0E-F34A-0733-3CEADF39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9264645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E98A-4BDA-EE7E-DCCD-2F0BFE50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EDDF8-C4E9-DF53-5B33-008ECD2A6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90C05-383D-2CEC-9A71-67CDF146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D91AB-3DC2-CEB7-7069-8D85001E3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CBEE1-686C-D908-071F-91FEBE91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507342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4FF0F-0CDB-B2DD-3C36-A7480C51C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7A19C-B503-490D-2758-F8A36DBA3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9A74-982F-E29F-F662-40BB9D1B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8811-316C-DDD8-83F7-051E9D03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83BF-154E-841E-F11C-5A4F85D8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732135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16D0B-F12D-2FBB-5EAA-42E6C323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673FF-3C7B-1CC1-6B54-8973C0092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D2105-568C-63B1-DE62-F0B6232E1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DD53F-61ED-4838-930B-9396BCAAC851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BAE4B-5876-6E4F-4C9A-837549AF2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92BB4-240A-F6F4-07A4-3896C1328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C3F11-958B-4752-B6E4-8283276A0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97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E00-5EB9-D5DC-00A0-3A08E03FA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Népesség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F1F3A-6264-4746-EEB6-E9074006C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Komor Szabolcs, Tasi Léna</a:t>
            </a:r>
          </a:p>
        </p:txBody>
      </p:sp>
    </p:spTree>
    <p:extLst>
      <p:ext uri="{BB962C8B-B14F-4D97-AF65-F5344CB8AC3E}">
        <p14:creationId xmlns:p14="http://schemas.microsoft.com/office/powerpoint/2010/main" val="25004024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F464-74D2-A15C-07B6-0DFFF0F4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Főmenü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C7F195D-9D64-4BF6-658D-E23700EDF1A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hu-HU" sz="3200" dirty="0">
                <a:solidFill>
                  <a:schemeClr val="bg1"/>
                </a:solidFill>
              </a:rPr>
              <a:t>4 lehetőség:</a:t>
            </a:r>
          </a:p>
          <a:p>
            <a:pPr lvl="1"/>
            <a:r>
              <a:rPr lang="hu-HU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1-es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2-es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3-mas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49E073-A96A-08D1-B89B-1FD946AED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303" y="1351323"/>
            <a:ext cx="8356774" cy="4700685"/>
          </a:xfrm>
          <a:prstGeom prst="rect">
            <a:avLst/>
          </a:prstGeom>
          <a:ln w="127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790688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F464-74D2-A15C-07B6-0DFFF0F4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Főmenü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C7F195D-9D64-4BF6-658D-E23700EDF1A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hu-HU" sz="3200" dirty="0">
                <a:solidFill>
                  <a:schemeClr val="bg1"/>
                </a:solidFill>
              </a:rPr>
              <a:t>4 lehetőség:</a:t>
            </a:r>
          </a:p>
          <a:p>
            <a:pPr lvl="1"/>
            <a:r>
              <a:rPr lang="hu-HU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1-es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2-es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3-mas</a:t>
            </a:r>
            <a:endParaRPr lang="hu-HU" dirty="0">
              <a:solidFill>
                <a:schemeClr val="bg1"/>
              </a:solidFill>
            </a:endParaRPr>
          </a:p>
          <a:p>
            <a:pPr lvl="1"/>
            <a:r>
              <a:rPr lang="hu-HU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449E073-A96A-08D1-B89B-1FD946AED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303" y="1351323"/>
            <a:ext cx="8356774" cy="4700685"/>
          </a:xfrm>
          <a:prstGeom prst="rect">
            <a:avLst/>
          </a:prstGeom>
          <a:ln w="127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669944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8AC3-1CAA-50C9-5D30-8A0772AC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Megye adatai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0938-D8EF-D033-3860-540F8D833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Az 1-es billentyű lenyomásával a következő eredményt kapjuk: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Ha egy nem létező megyekódot adunk meg, akkor egy újat kér.      Amint megadtunk egy helyes kódot: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E72C7-CE32-329D-FC66-B0D337FFC5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43" b="89810"/>
          <a:stretch>
            <a:fillRect/>
          </a:stretch>
        </p:blipFill>
        <p:spPr>
          <a:xfrm>
            <a:off x="3307760" y="2366128"/>
            <a:ext cx="5427135" cy="782425"/>
          </a:xfrm>
          <a:prstGeom prst="rect">
            <a:avLst/>
          </a:prstGeom>
          <a:ln w="12700" cap="sq" cmpd="sng">
            <a:solidFill>
              <a:schemeClr val="bg1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427135"/>
                      <a:gd name="connsiteY0" fmla="*/ 0 h 782425"/>
                      <a:gd name="connsiteX1" fmla="*/ 379899 w 5427135"/>
                      <a:gd name="connsiteY1" fmla="*/ 0 h 782425"/>
                      <a:gd name="connsiteX2" fmla="*/ 1031156 w 5427135"/>
                      <a:gd name="connsiteY2" fmla="*/ 0 h 782425"/>
                      <a:gd name="connsiteX3" fmla="*/ 1628141 w 5427135"/>
                      <a:gd name="connsiteY3" fmla="*/ 0 h 782425"/>
                      <a:gd name="connsiteX4" fmla="*/ 2008040 w 5427135"/>
                      <a:gd name="connsiteY4" fmla="*/ 0 h 782425"/>
                      <a:gd name="connsiteX5" fmla="*/ 2496482 w 5427135"/>
                      <a:gd name="connsiteY5" fmla="*/ 0 h 782425"/>
                      <a:gd name="connsiteX6" fmla="*/ 3147738 w 5427135"/>
                      <a:gd name="connsiteY6" fmla="*/ 0 h 782425"/>
                      <a:gd name="connsiteX7" fmla="*/ 3690452 w 5427135"/>
                      <a:gd name="connsiteY7" fmla="*/ 0 h 782425"/>
                      <a:gd name="connsiteX8" fmla="*/ 4287437 w 5427135"/>
                      <a:gd name="connsiteY8" fmla="*/ 0 h 782425"/>
                      <a:gd name="connsiteX9" fmla="*/ 4775879 w 5427135"/>
                      <a:gd name="connsiteY9" fmla="*/ 0 h 782425"/>
                      <a:gd name="connsiteX10" fmla="*/ 5427135 w 5427135"/>
                      <a:gd name="connsiteY10" fmla="*/ 0 h 782425"/>
                      <a:gd name="connsiteX11" fmla="*/ 5427135 w 5427135"/>
                      <a:gd name="connsiteY11" fmla="*/ 406861 h 782425"/>
                      <a:gd name="connsiteX12" fmla="*/ 5427135 w 5427135"/>
                      <a:gd name="connsiteY12" fmla="*/ 782425 h 782425"/>
                      <a:gd name="connsiteX13" fmla="*/ 5047236 w 5427135"/>
                      <a:gd name="connsiteY13" fmla="*/ 782425 h 782425"/>
                      <a:gd name="connsiteX14" fmla="*/ 4667336 w 5427135"/>
                      <a:gd name="connsiteY14" fmla="*/ 782425 h 782425"/>
                      <a:gd name="connsiteX15" fmla="*/ 4070351 w 5427135"/>
                      <a:gd name="connsiteY15" fmla="*/ 782425 h 782425"/>
                      <a:gd name="connsiteX16" fmla="*/ 3690452 w 5427135"/>
                      <a:gd name="connsiteY16" fmla="*/ 782425 h 782425"/>
                      <a:gd name="connsiteX17" fmla="*/ 3147738 w 5427135"/>
                      <a:gd name="connsiteY17" fmla="*/ 782425 h 782425"/>
                      <a:gd name="connsiteX18" fmla="*/ 2713568 w 5427135"/>
                      <a:gd name="connsiteY18" fmla="*/ 782425 h 782425"/>
                      <a:gd name="connsiteX19" fmla="*/ 2170854 w 5427135"/>
                      <a:gd name="connsiteY19" fmla="*/ 782425 h 782425"/>
                      <a:gd name="connsiteX20" fmla="*/ 1628141 w 5427135"/>
                      <a:gd name="connsiteY20" fmla="*/ 782425 h 782425"/>
                      <a:gd name="connsiteX21" fmla="*/ 1085427 w 5427135"/>
                      <a:gd name="connsiteY21" fmla="*/ 782425 h 782425"/>
                      <a:gd name="connsiteX22" fmla="*/ 542714 w 5427135"/>
                      <a:gd name="connsiteY22" fmla="*/ 782425 h 782425"/>
                      <a:gd name="connsiteX23" fmla="*/ 0 w 5427135"/>
                      <a:gd name="connsiteY23" fmla="*/ 782425 h 782425"/>
                      <a:gd name="connsiteX24" fmla="*/ 0 w 5427135"/>
                      <a:gd name="connsiteY24" fmla="*/ 383388 h 782425"/>
                      <a:gd name="connsiteX25" fmla="*/ 0 w 5427135"/>
                      <a:gd name="connsiteY25" fmla="*/ 0 h 7824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5427135" h="782425" fill="none" extrusionOk="0">
                        <a:moveTo>
                          <a:pt x="0" y="0"/>
                        </a:moveTo>
                        <a:cubicBezTo>
                          <a:pt x="183999" y="-1255"/>
                          <a:pt x="248669" y="25085"/>
                          <a:pt x="379899" y="0"/>
                        </a:cubicBezTo>
                        <a:cubicBezTo>
                          <a:pt x="511129" y="-25085"/>
                          <a:pt x="856038" y="63278"/>
                          <a:pt x="1031156" y="0"/>
                        </a:cubicBezTo>
                        <a:cubicBezTo>
                          <a:pt x="1206274" y="-63278"/>
                          <a:pt x="1444844" y="56318"/>
                          <a:pt x="1628141" y="0"/>
                        </a:cubicBezTo>
                        <a:cubicBezTo>
                          <a:pt x="1811439" y="-56318"/>
                          <a:pt x="1911255" y="27025"/>
                          <a:pt x="2008040" y="0"/>
                        </a:cubicBezTo>
                        <a:cubicBezTo>
                          <a:pt x="2104825" y="-27025"/>
                          <a:pt x="2254126" y="22756"/>
                          <a:pt x="2496482" y="0"/>
                        </a:cubicBezTo>
                        <a:cubicBezTo>
                          <a:pt x="2738838" y="-22756"/>
                          <a:pt x="3011398" y="7124"/>
                          <a:pt x="3147738" y="0"/>
                        </a:cubicBezTo>
                        <a:cubicBezTo>
                          <a:pt x="3284078" y="-7124"/>
                          <a:pt x="3546114" y="347"/>
                          <a:pt x="3690452" y="0"/>
                        </a:cubicBezTo>
                        <a:cubicBezTo>
                          <a:pt x="3834790" y="-347"/>
                          <a:pt x="4042691" y="43564"/>
                          <a:pt x="4287437" y="0"/>
                        </a:cubicBezTo>
                        <a:cubicBezTo>
                          <a:pt x="4532184" y="-43564"/>
                          <a:pt x="4624958" y="33085"/>
                          <a:pt x="4775879" y="0"/>
                        </a:cubicBezTo>
                        <a:cubicBezTo>
                          <a:pt x="4926800" y="-33085"/>
                          <a:pt x="5167448" y="22197"/>
                          <a:pt x="5427135" y="0"/>
                        </a:cubicBezTo>
                        <a:cubicBezTo>
                          <a:pt x="5433337" y="167541"/>
                          <a:pt x="5401224" y="279298"/>
                          <a:pt x="5427135" y="406861"/>
                        </a:cubicBezTo>
                        <a:cubicBezTo>
                          <a:pt x="5453046" y="534424"/>
                          <a:pt x="5424395" y="651648"/>
                          <a:pt x="5427135" y="782425"/>
                        </a:cubicBezTo>
                        <a:cubicBezTo>
                          <a:pt x="5302034" y="824283"/>
                          <a:pt x="5125711" y="759397"/>
                          <a:pt x="5047236" y="782425"/>
                        </a:cubicBezTo>
                        <a:cubicBezTo>
                          <a:pt x="4968761" y="805453"/>
                          <a:pt x="4748712" y="737313"/>
                          <a:pt x="4667336" y="782425"/>
                        </a:cubicBezTo>
                        <a:cubicBezTo>
                          <a:pt x="4585960" y="827537"/>
                          <a:pt x="4246895" y="754794"/>
                          <a:pt x="4070351" y="782425"/>
                        </a:cubicBezTo>
                        <a:cubicBezTo>
                          <a:pt x="3893807" y="810056"/>
                          <a:pt x="3859150" y="742666"/>
                          <a:pt x="3690452" y="782425"/>
                        </a:cubicBezTo>
                        <a:cubicBezTo>
                          <a:pt x="3521754" y="822184"/>
                          <a:pt x="3332094" y="757168"/>
                          <a:pt x="3147738" y="782425"/>
                        </a:cubicBezTo>
                        <a:cubicBezTo>
                          <a:pt x="2963382" y="807682"/>
                          <a:pt x="2870542" y="735299"/>
                          <a:pt x="2713568" y="782425"/>
                        </a:cubicBezTo>
                        <a:cubicBezTo>
                          <a:pt x="2556594" y="829551"/>
                          <a:pt x="2361806" y="740166"/>
                          <a:pt x="2170854" y="782425"/>
                        </a:cubicBezTo>
                        <a:cubicBezTo>
                          <a:pt x="1979902" y="824684"/>
                          <a:pt x="1744822" y="766596"/>
                          <a:pt x="1628141" y="782425"/>
                        </a:cubicBezTo>
                        <a:cubicBezTo>
                          <a:pt x="1511460" y="798254"/>
                          <a:pt x="1194706" y="738360"/>
                          <a:pt x="1085427" y="782425"/>
                        </a:cubicBezTo>
                        <a:cubicBezTo>
                          <a:pt x="976148" y="826490"/>
                          <a:pt x="673599" y="772698"/>
                          <a:pt x="542714" y="782425"/>
                        </a:cubicBezTo>
                        <a:cubicBezTo>
                          <a:pt x="411829" y="792152"/>
                          <a:pt x="206150" y="767498"/>
                          <a:pt x="0" y="782425"/>
                        </a:cubicBezTo>
                        <a:cubicBezTo>
                          <a:pt x="-12781" y="700819"/>
                          <a:pt x="2351" y="536989"/>
                          <a:pt x="0" y="383388"/>
                        </a:cubicBezTo>
                        <a:cubicBezTo>
                          <a:pt x="-2351" y="229787"/>
                          <a:pt x="28452" y="153163"/>
                          <a:pt x="0" y="0"/>
                        </a:cubicBezTo>
                        <a:close/>
                      </a:path>
                      <a:path w="5427135" h="782425" stroke="0" extrusionOk="0">
                        <a:moveTo>
                          <a:pt x="0" y="0"/>
                        </a:moveTo>
                        <a:cubicBezTo>
                          <a:pt x="112729" y="-55038"/>
                          <a:pt x="273155" y="38800"/>
                          <a:pt x="488442" y="0"/>
                        </a:cubicBezTo>
                        <a:cubicBezTo>
                          <a:pt x="703729" y="-38800"/>
                          <a:pt x="780371" y="12401"/>
                          <a:pt x="868342" y="0"/>
                        </a:cubicBezTo>
                        <a:cubicBezTo>
                          <a:pt x="956313" y="-12401"/>
                          <a:pt x="1319685" y="14993"/>
                          <a:pt x="1519598" y="0"/>
                        </a:cubicBezTo>
                        <a:cubicBezTo>
                          <a:pt x="1719511" y="-14993"/>
                          <a:pt x="1857141" y="22240"/>
                          <a:pt x="2008040" y="0"/>
                        </a:cubicBezTo>
                        <a:cubicBezTo>
                          <a:pt x="2158939" y="-22240"/>
                          <a:pt x="2290589" y="28389"/>
                          <a:pt x="2496482" y="0"/>
                        </a:cubicBezTo>
                        <a:cubicBezTo>
                          <a:pt x="2702375" y="-28389"/>
                          <a:pt x="2985377" y="29220"/>
                          <a:pt x="3147738" y="0"/>
                        </a:cubicBezTo>
                        <a:cubicBezTo>
                          <a:pt x="3310099" y="-29220"/>
                          <a:pt x="3398872" y="15855"/>
                          <a:pt x="3581909" y="0"/>
                        </a:cubicBezTo>
                        <a:cubicBezTo>
                          <a:pt x="3764946" y="-15855"/>
                          <a:pt x="3937361" y="338"/>
                          <a:pt x="4233165" y="0"/>
                        </a:cubicBezTo>
                        <a:cubicBezTo>
                          <a:pt x="4528969" y="-338"/>
                          <a:pt x="4623591" y="77264"/>
                          <a:pt x="4884422" y="0"/>
                        </a:cubicBezTo>
                        <a:cubicBezTo>
                          <a:pt x="5145253" y="-77264"/>
                          <a:pt x="5288693" y="36391"/>
                          <a:pt x="5427135" y="0"/>
                        </a:cubicBezTo>
                        <a:cubicBezTo>
                          <a:pt x="5451460" y="199444"/>
                          <a:pt x="5424492" y="237659"/>
                          <a:pt x="5427135" y="406861"/>
                        </a:cubicBezTo>
                        <a:cubicBezTo>
                          <a:pt x="5429778" y="576063"/>
                          <a:pt x="5395972" y="600886"/>
                          <a:pt x="5427135" y="782425"/>
                        </a:cubicBezTo>
                        <a:cubicBezTo>
                          <a:pt x="5327017" y="820502"/>
                          <a:pt x="5233928" y="761930"/>
                          <a:pt x="5047236" y="782425"/>
                        </a:cubicBezTo>
                        <a:cubicBezTo>
                          <a:pt x="4860544" y="802920"/>
                          <a:pt x="4566340" y="721235"/>
                          <a:pt x="4395979" y="782425"/>
                        </a:cubicBezTo>
                        <a:cubicBezTo>
                          <a:pt x="4225618" y="843615"/>
                          <a:pt x="4106149" y="777324"/>
                          <a:pt x="3961809" y="782425"/>
                        </a:cubicBezTo>
                        <a:cubicBezTo>
                          <a:pt x="3817469" y="787526"/>
                          <a:pt x="3550168" y="764291"/>
                          <a:pt x="3419095" y="782425"/>
                        </a:cubicBezTo>
                        <a:cubicBezTo>
                          <a:pt x="3288022" y="800559"/>
                          <a:pt x="3063865" y="780870"/>
                          <a:pt x="2767839" y="782425"/>
                        </a:cubicBezTo>
                        <a:cubicBezTo>
                          <a:pt x="2471813" y="783980"/>
                          <a:pt x="2477219" y="768629"/>
                          <a:pt x="2225125" y="782425"/>
                        </a:cubicBezTo>
                        <a:cubicBezTo>
                          <a:pt x="1973031" y="796221"/>
                          <a:pt x="1958699" y="756270"/>
                          <a:pt x="1845226" y="782425"/>
                        </a:cubicBezTo>
                        <a:cubicBezTo>
                          <a:pt x="1731753" y="808580"/>
                          <a:pt x="1535260" y="737916"/>
                          <a:pt x="1411055" y="782425"/>
                        </a:cubicBezTo>
                        <a:cubicBezTo>
                          <a:pt x="1286850" y="826934"/>
                          <a:pt x="908588" y="704684"/>
                          <a:pt x="759799" y="782425"/>
                        </a:cubicBezTo>
                        <a:cubicBezTo>
                          <a:pt x="611010" y="860166"/>
                          <a:pt x="263771" y="780884"/>
                          <a:pt x="0" y="782425"/>
                        </a:cubicBezTo>
                        <a:cubicBezTo>
                          <a:pt x="-14727" y="628373"/>
                          <a:pt x="10095" y="547666"/>
                          <a:pt x="0" y="406861"/>
                        </a:cubicBezTo>
                        <a:cubicBezTo>
                          <a:pt x="-10095" y="266056"/>
                          <a:pt x="20207" y="940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F01B47-B809-CF30-68B3-950F72FD91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68" b="66598"/>
          <a:stretch>
            <a:fillRect/>
          </a:stretch>
        </p:blipFill>
        <p:spPr>
          <a:xfrm>
            <a:off x="838200" y="4255098"/>
            <a:ext cx="11001080" cy="2290713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39D51C8F-22B9-322C-949F-A530C9732F0E}"/>
              </a:ext>
            </a:extLst>
          </p:cNvPr>
          <p:cNvSpPr/>
          <p:nvPr/>
        </p:nvSpPr>
        <p:spPr>
          <a:xfrm>
            <a:off x="10105534" y="201254"/>
            <a:ext cx="1508289" cy="140130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</p:spTree>
    <p:extLst>
      <p:ext uri="{BB962C8B-B14F-4D97-AF65-F5344CB8AC3E}">
        <p14:creationId xmlns:p14="http://schemas.microsoft.com/office/powerpoint/2010/main" val="34110387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26BB-20D4-20D6-DAF1-CFB58B24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Település típusai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28E4-EF5E-E2B9-28DB-BE2B102C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A 2-es billentyű lenyomása utáni eredmény: 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  <a:hlinkClick r:id="rId2" action="ppaction://hlinksldjump"/>
            </a:endParaRPr>
          </a:p>
          <a:p>
            <a:r>
              <a:rPr lang="hu-HU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Írjunk be egy betűt 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rId3" action="ppaction://hlinksldjump"/>
            <a:extLst>
              <a:ext uri="{FF2B5EF4-FFF2-40B4-BE49-F238E27FC236}">
                <a16:creationId xmlns:a16="http://schemas.microsoft.com/office/drawing/2014/main" id="{C409902A-3CD3-2891-9767-E7DABD17BB22}"/>
              </a:ext>
            </a:extLst>
          </p:cNvPr>
          <p:cNvSpPr/>
          <p:nvPr/>
        </p:nvSpPr>
        <p:spPr>
          <a:xfrm>
            <a:off x="10105534" y="201254"/>
            <a:ext cx="1508289" cy="140130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3D6DF-33DA-8380-FB08-3EB0846C6C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32" b="80671"/>
          <a:stretch>
            <a:fillRect/>
          </a:stretch>
        </p:blipFill>
        <p:spPr>
          <a:xfrm>
            <a:off x="2680220" y="2486319"/>
            <a:ext cx="6831560" cy="1659118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7591329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0D9F-03D7-E0B9-C98E-AEAD2A31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Települések</a:t>
            </a:r>
          </a:p>
        </p:txBody>
      </p:sp>
      <p:sp>
        <p:nvSpPr>
          <p:cNvPr id="5" name="Oval 4">
            <a:hlinkClick r:id="rId2" action="ppaction://hlinksldjump"/>
            <a:extLst>
              <a:ext uri="{FF2B5EF4-FFF2-40B4-BE49-F238E27FC236}">
                <a16:creationId xmlns:a16="http://schemas.microsoft.com/office/drawing/2014/main" id="{60ED6E07-77CC-2917-867E-ED47827ABB9E}"/>
              </a:ext>
            </a:extLst>
          </p:cNvPr>
          <p:cNvSpPr/>
          <p:nvPr/>
        </p:nvSpPr>
        <p:spPr>
          <a:xfrm>
            <a:off x="10105534" y="201254"/>
            <a:ext cx="1508289" cy="140130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261A1A-732A-B253-7763-0FC83BE6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Itt tudunk lapozni, illetve az X billenytű lenyomásával visszaléphetünk a főmenübe is.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47C0EE2-2030-4C0C-80EF-B7AD70F51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732" y="2704658"/>
            <a:ext cx="7176535" cy="4036801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1851262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2CE4-ED8E-14E3-E0E6-49B1C777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Fentiek törlése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5B4DA-E84C-BF5A-F75C-211551275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A 3-mas billentyű lenyomásával kitörölhetjük a korábbiakat.       Ezután teljesen előlről, ismét a főmenü jelenik meg. </a:t>
            </a:r>
          </a:p>
        </p:txBody>
      </p:sp>
      <p:sp>
        <p:nvSpPr>
          <p:cNvPr id="7" name="Oval 6">
            <a:hlinkClick r:id="rId2" action="ppaction://hlinksldjump"/>
            <a:extLst>
              <a:ext uri="{FF2B5EF4-FFF2-40B4-BE49-F238E27FC236}">
                <a16:creationId xmlns:a16="http://schemas.microsoft.com/office/drawing/2014/main" id="{3BD02706-CD43-E5C6-D22C-55E3C186840A}"/>
              </a:ext>
            </a:extLst>
          </p:cNvPr>
          <p:cNvSpPr/>
          <p:nvPr/>
        </p:nvSpPr>
        <p:spPr>
          <a:xfrm>
            <a:off x="10105534" y="201254"/>
            <a:ext cx="1508289" cy="140130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C60A578E-B765-4A14-A26C-7442FEE06C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20"/>
          <a:stretch/>
        </p:blipFill>
        <p:spPr>
          <a:xfrm>
            <a:off x="1202596" y="1344360"/>
            <a:ext cx="6936414" cy="1875934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  <p:pic>
        <p:nvPicPr>
          <p:cNvPr id="8" name="Picture 20">
            <a:extLst>
              <a:ext uri="{FF2B5EF4-FFF2-40B4-BE49-F238E27FC236}">
                <a16:creationId xmlns:a16="http://schemas.microsoft.com/office/drawing/2014/main" id="{474D04A2-0A50-4B48-B5E1-BC5C31B38A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20"/>
          <a:stretch/>
        </p:blipFill>
        <p:spPr>
          <a:xfrm>
            <a:off x="1202596" y="4301029"/>
            <a:ext cx="6936414" cy="1875934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2348596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E9FD-3C56-99A9-BA29-71B02FE7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Kilépés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E97D-E3CF-B098-07A3-AE55358BB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endParaRPr lang="hu-H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Amennyiben lenyomjuk az X betűt a program teljesen leáll. Ezáltal visszakerülünk a terminálba.</a:t>
            </a:r>
          </a:p>
        </p:txBody>
      </p:sp>
      <p:sp>
        <p:nvSpPr>
          <p:cNvPr id="5" name="Oval 4">
            <a:hlinkClick r:id="rId2" action="ppaction://hlinksldjump"/>
            <a:extLst>
              <a:ext uri="{FF2B5EF4-FFF2-40B4-BE49-F238E27FC236}">
                <a16:creationId xmlns:a16="http://schemas.microsoft.com/office/drawing/2014/main" id="{561DB991-4255-B5C2-7722-ADAF5ED52D70}"/>
              </a:ext>
            </a:extLst>
          </p:cNvPr>
          <p:cNvSpPr/>
          <p:nvPr/>
        </p:nvSpPr>
        <p:spPr>
          <a:xfrm>
            <a:off x="10105534" y="201254"/>
            <a:ext cx="1508289" cy="140130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Főmenü</a:t>
            </a:r>
          </a:p>
        </p:txBody>
      </p:sp>
    </p:spTree>
    <p:extLst>
      <p:ext uri="{BB962C8B-B14F-4D97-AF65-F5344CB8AC3E}">
        <p14:creationId xmlns:p14="http://schemas.microsoft.com/office/powerpoint/2010/main" val="229919428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E5FF00-39B7-4612-EA32-59B31167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15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51339224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E5B8FE703E369947997187BFADE1AF83" ma:contentTypeVersion="1" ma:contentTypeDescription="Új dokumentum létrehozása." ma:contentTypeScope="" ma:versionID="f7f01756cbbb63b1cd4dbdca50430bfa">
  <xsd:schema xmlns:xsd="http://www.w3.org/2001/XMLSchema" xmlns:xs="http://www.w3.org/2001/XMLSchema" xmlns:p="http://schemas.microsoft.com/office/2006/metadata/properties" xmlns:ns3="794b48b7-b14e-471d-9d6a-d8c19bd5f0ba" targetNamespace="http://schemas.microsoft.com/office/2006/metadata/properties" ma:root="true" ma:fieldsID="bd2ec039ad7408eaa6c8ce9505317132" ns3:_="">
    <xsd:import namespace="794b48b7-b14e-471d-9d6a-d8c19bd5f0b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4b48b7-b14e-471d-9d6a-d8c19bd5f0b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177A3D-C342-42BE-BC93-7FB4CEE702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4b48b7-b14e-471d-9d6a-d8c19bd5f0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AA3E4C-5FB1-4A85-A6B9-BE70DA4A5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00AC4C-D4E4-4341-88F0-CF45325898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128</Words>
  <Application>Microsoft Office PowerPoint</Application>
  <PresentationFormat>Szélesvásznú</PresentationFormat>
  <Paragraphs>43</Paragraphs>
  <Slides>9</Slides>
  <Notes>0</Notes>
  <HiddenSlides>1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Népesség 2025</vt:lpstr>
      <vt:lpstr>Főmenü</vt:lpstr>
      <vt:lpstr>Főmenü</vt:lpstr>
      <vt:lpstr>Megye adatai</vt:lpstr>
      <vt:lpstr>Település típusai</vt:lpstr>
      <vt:lpstr>Települések</vt:lpstr>
      <vt:lpstr>Fentiek törlése</vt:lpstr>
      <vt:lpstr>Kilépés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 2025</dc:title>
  <dc:creator>Léna Tasi (mechwart-debr.edu.hu)</dc:creator>
  <cp:lastModifiedBy>Komor Szabolcs</cp:lastModifiedBy>
  <cp:revision>6</cp:revision>
  <dcterms:created xsi:type="dcterms:W3CDTF">2026-09-17T17:33:11Z</dcterms:created>
  <dcterms:modified xsi:type="dcterms:W3CDTF">2026-09-18T11:43:49Z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0x010100E5B8FE703E369947997187BFADE1AF83</vt:lpwstr>
  </property>
</Properties>
</file>