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3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C094-AD47-B830-BABD-6185A0DC5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41D25-A8E0-9ACA-22A2-0F4B92ACAD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0B3D4-2F77-40F3-3DDE-A60CE7F3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BE197-8BC4-5B2D-31C8-F82888462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05AD2-A864-40DA-F692-333E07354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8482180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DC8E-9543-2A92-A48C-8BA786A45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FFD2B-DE32-D94E-2D5D-FC6E8AB86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2AE29-224F-E793-7DAD-189DEAED0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A8918-98E7-3628-61EB-608D7AF0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70EF8-CA65-2D37-263D-BEFC4634A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6220990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1E27A-FDC4-FAAB-A18A-20D65C5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32B98-CBE0-9AB7-016C-512D84568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F0B89-6EE7-4F50-248D-9E4ADDE20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D3F59-D783-1A4C-218D-D673181A1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E312-5860-8F1B-9B4A-74011667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6342399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987F7-8D07-8B22-0A74-932828AF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02313-ED78-899D-D053-A05C7DBB9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C0DAF4-8FF5-7598-03E8-73D14E3DC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F5E48-DE3F-069F-29ED-E3B968113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204C6-D144-7E82-82E6-2377206D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AA1115-511A-C429-8FDB-8221753FA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9444254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54C90-58D5-C820-80AD-C1803C472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91A0F-25E3-5097-F6C1-C00311BB3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D561B8-AE11-7343-3587-7EED631E7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214D9-B4BF-A21A-B353-C8F66C263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DE499-8F9A-34F1-037D-A729990978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6BCCB-0E70-B47A-3DEB-1BF506307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FCADDC-21BF-31FB-4811-BE039F65D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A2AF1-B9D3-4DCD-D45E-CC3E774A1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9579077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30B65-45A8-160D-783E-A5A96BB79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5DAEAA-C4B2-0ACF-125F-2A572B4C6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62CF90-3D03-372C-E782-D7AC48C16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807A7F-CBE8-7386-EBBC-278F75351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1777215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D1C5A5-EEE0-CD02-0835-48813C99A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332E6-4D07-A3EF-8E41-9D3F98E44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96DB-CC32-379F-3136-84FB47A75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4003641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7C40-4E90-95CB-5BD7-FCA442A83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4F537-E8B8-6648-32A4-41FE46377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E61EB-2A1A-A2EA-7DB8-D1123DC62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26765-50DE-B288-76C8-A1D99EB8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A02DF-8EBD-788F-875C-2AE9D3B46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E9D456-7E06-A892-68C5-12F6647DF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095707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FA753-8533-EFF6-28EA-AE70740F6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2A9A6B-B10D-3D72-D8EE-9F87D9E981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755BC-5423-4D70-57CF-0F38D8584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2C601-FEE8-7C69-2F01-434735008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B530F-63E1-3E86-6D5D-EAB13F9B4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DFC997-AB0E-F34A-0733-3CEADF396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9264645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9E98A-4BDA-EE7E-DCCD-2F0BFE50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2EDDF8-C4E9-DF53-5B33-008ECD2A6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90C05-383D-2CEC-9A71-67CDF1467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D91AB-3DC2-CEB7-7069-8D85001E3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CBEE1-686C-D908-071F-91FEBE917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5073424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94FF0F-0CDB-B2DD-3C36-A7480C51C3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7A19C-B503-490D-2758-F8A36DBA3E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49A74-982F-E29F-F662-40BB9D1B9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88811-316C-DDD8-83F7-051E9D03E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983BF-154E-841E-F11C-5A4F85D82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7321353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colorTemperature colorTemp="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016D0B-F12D-2FBB-5EAA-42E6C323F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2673FF-3C7B-1CC1-6B54-8973C0092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D2105-568C-63B1-DE62-F0B6232E16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DD53F-61ED-4838-930B-9396BCAAC851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BAE4B-5876-6E4F-4C9A-837549AF2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92BB4-240A-F6F4-07A4-3896C13286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BC3F11-958B-4752-B6E4-8283276A01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978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slide" Target="slide7.xml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A0E00-5EB9-D5DC-00A0-3A08E03FA4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Népesség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9F1F3A-6264-4746-EEB6-E9074006C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Készítette: Komor Szabolcs, Tasi Léna</a:t>
            </a:r>
          </a:p>
        </p:txBody>
      </p:sp>
    </p:spTree>
    <p:extLst>
      <p:ext uri="{BB962C8B-B14F-4D97-AF65-F5344CB8AC3E}">
        <p14:creationId xmlns:p14="http://schemas.microsoft.com/office/powerpoint/2010/main" val="250040243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464-74D2-A15C-07B6-0DFFF0F4C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Főmenü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C7F195D-9D64-4BF6-658D-E23700EDF1A6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hu-HU" sz="3200" dirty="0">
                <a:solidFill>
                  <a:schemeClr val="bg1"/>
                </a:solidFill>
              </a:rPr>
              <a:t>4 lehetőség:</a:t>
            </a: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2" action="ppaction://hlinksldjump"/>
              </a:rPr>
              <a:t>1-es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3" action="ppaction://hlinksldjump"/>
              </a:rPr>
              <a:t>2-es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4" action="ppaction://hlinksldjump"/>
              </a:rPr>
              <a:t>3-mas</a:t>
            </a:r>
            <a:endParaRPr lang="hu-HU" sz="2800" dirty="0">
              <a:solidFill>
                <a:schemeClr val="bg1"/>
              </a:solidFill>
            </a:endParaRPr>
          </a:p>
          <a:p>
            <a:pPr lvl="1"/>
            <a:r>
              <a:rPr lang="hu-HU" sz="2800" dirty="0">
                <a:solidFill>
                  <a:schemeClr val="bg1"/>
                </a:solidFill>
                <a:hlinkClick r:id="rId5" action="ppaction://hlinksldjump"/>
              </a:rPr>
              <a:t>X</a:t>
            </a:r>
            <a:endParaRPr lang="hu-HU" sz="2800" dirty="0">
              <a:solidFill>
                <a:schemeClr val="bg1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449E073-A96A-08D1-B89B-1FD946AED2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2303" y="1351323"/>
            <a:ext cx="8356774" cy="4700685"/>
          </a:xfrm>
          <a:prstGeom prst="rect">
            <a:avLst/>
          </a:prstGeom>
          <a:ln w="38100" cap="sq">
            <a:solidFill>
              <a:schemeClr val="bg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790688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8AC3-1CAA-50C9-5D30-8A0772ACA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Megye adatai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0938-D8EF-D033-3860-540F8D833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Az 1-es billentyű lenyomásával a következő eredményt kapjuk: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Ha egy nem létező megyekódot adunk meg, akkor egy újat kér.      Amint megadtunk egy helyes kódot: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6E72C7-CE32-329D-FC66-B0D337FFC5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243" b="89810"/>
          <a:stretch>
            <a:fillRect/>
          </a:stretch>
        </p:blipFill>
        <p:spPr>
          <a:xfrm>
            <a:off x="3307760" y="2366128"/>
            <a:ext cx="5427135" cy="782425"/>
          </a:xfrm>
          <a:prstGeom prst="rect">
            <a:avLst/>
          </a:prstGeom>
          <a:ln w="19050" cap="rnd">
            <a:solidFill>
              <a:schemeClr val="bg1"/>
            </a:solidFill>
            <a:prstDash val="dash"/>
            <a:bevel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427135"/>
                      <a:gd name="connsiteY0" fmla="*/ 0 h 782425"/>
                      <a:gd name="connsiteX1" fmla="*/ 5427135 w 5427135"/>
                      <a:gd name="connsiteY1" fmla="*/ 0 h 782425"/>
                      <a:gd name="connsiteX2" fmla="*/ 5427135 w 5427135"/>
                      <a:gd name="connsiteY2" fmla="*/ 782425 h 782425"/>
                      <a:gd name="connsiteX3" fmla="*/ 0 w 5427135"/>
                      <a:gd name="connsiteY3" fmla="*/ 782425 h 782425"/>
                      <a:gd name="connsiteX4" fmla="*/ 0 w 5427135"/>
                      <a:gd name="connsiteY4" fmla="*/ 0 h 7824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427135" h="782425" fill="none" extrusionOk="0">
                        <a:moveTo>
                          <a:pt x="0" y="0"/>
                        </a:moveTo>
                        <a:cubicBezTo>
                          <a:pt x="2316607" y="-49533"/>
                          <a:pt x="2999781" y="-14809"/>
                          <a:pt x="5427135" y="0"/>
                        </a:cubicBezTo>
                        <a:cubicBezTo>
                          <a:pt x="5454258" y="332298"/>
                          <a:pt x="5438789" y="624240"/>
                          <a:pt x="5427135" y="782425"/>
                        </a:cubicBezTo>
                        <a:cubicBezTo>
                          <a:pt x="3474628" y="734194"/>
                          <a:pt x="729648" y="866880"/>
                          <a:pt x="0" y="782425"/>
                        </a:cubicBezTo>
                        <a:cubicBezTo>
                          <a:pt x="47936" y="499700"/>
                          <a:pt x="34071" y="307652"/>
                          <a:pt x="0" y="0"/>
                        </a:cubicBezTo>
                        <a:close/>
                      </a:path>
                      <a:path w="5427135" h="782425" stroke="0" extrusionOk="0">
                        <a:moveTo>
                          <a:pt x="0" y="0"/>
                        </a:moveTo>
                        <a:cubicBezTo>
                          <a:pt x="1628747" y="118645"/>
                          <a:pt x="3230500" y="116012"/>
                          <a:pt x="5427135" y="0"/>
                        </a:cubicBezTo>
                        <a:cubicBezTo>
                          <a:pt x="5471899" y="125859"/>
                          <a:pt x="5452845" y="500339"/>
                          <a:pt x="5427135" y="782425"/>
                        </a:cubicBezTo>
                        <a:cubicBezTo>
                          <a:pt x="4835298" y="917025"/>
                          <a:pt x="799512" y="625229"/>
                          <a:pt x="0" y="782425"/>
                        </a:cubicBezTo>
                        <a:cubicBezTo>
                          <a:pt x="56657" y="619159"/>
                          <a:pt x="-39196" y="226081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F01B47-B809-CF30-68B3-950F72FD91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768" b="66598"/>
          <a:stretch>
            <a:fillRect/>
          </a:stretch>
        </p:blipFill>
        <p:spPr>
          <a:xfrm>
            <a:off x="838200" y="4255098"/>
            <a:ext cx="11001080" cy="2290713"/>
          </a:xfrm>
          <a:prstGeom prst="rect">
            <a:avLst/>
          </a:prstGeom>
        </p:spPr>
      </p:pic>
      <p:sp>
        <p:nvSpPr>
          <p:cNvPr id="9" name="Oval 8">
            <a:hlinkClick r:id="rId4" action="ppaction://hlinksldjump"/>
            <a:extLst>
              <a:ext uri="{FF2B5EF4-FFF2-40B4-BE49-F238E27FC236}">
                <a16:creationId xmlns:a16="http://schemas.microsoft.com/office/drawing/2014/main" id="{39D51C8F-22B9-322C-949F-A530C9732F0E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341103871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626BB-20D4-20D6-DAF1-CFB58B24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Település típusai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28E4-EF5E-E2B9-28DB-BE2B102C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 2-es billentyű lenyomása utáni eredmény: 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  <a:hlinkClick r:id="rId2" action="ppaction://hlinksldjump"/>
            </a:endParaRPr>
          </a:p>
          <a:p>
            <a:r>
              <a:rPr lang="hu-HU" dirty="0">
                <a:solidFill>
                  <a:schemeClr val="bg1"/>
                </a:solidFill>
                <a:hlinkClick r:id="rId2" action="ppaction://hlinksldjump"/>
              </a:rPr>
              <a:t>Írjunk be egy betűt 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7" name="Oval 6">
            <a:hlinkClick r:id="rId3" action="ppaction://hlinksldjump"/>
            <a:extLst>
              <a:ext uri="{FF2B5EF4-FFF2-40B4-BE49-F238E27FC236}">
                <a16:creationId xmlns:a16="http://schemas.microsoft.com/office/drawing/2014/main" id="{C409902A-3CD3-2891-9767-E7DABD17BB22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93D6DF-33DA-8380-FB08-3EB0846C6CF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232" b="80671"/>
          <a:stretch>
            <a:fillRect/>
          </a:stretch>
        </p:blipFill>
        <p:spPr>
          <a:xfrm>
            <a:off x="2680220" y="2486319"/>
            <a:ext cx="6831560" cy="165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3294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0D9F-03D7-E0B9-C98E-AEAD2A319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Települések</a:t>
            </a:r>
          </a:p>
        </p:txBody>
      </p:sp>
      <p:sp>
        <p:nvSpPr>
          <p:cNvPr id="5" name="Oval 4">
            <a:hlinkClick r:id="rId2" action="ppaction://hlinksldjump"/>
            <a:extLst>
              <a:ext uri="{FF2B5EF4-FFF2-40B4-BE49-F238E27FC236}">
                <a16:creationId xmlns:a16="http://schemas.microsoft.com/office/drawing/2014/main" id="{60ED6E07-77CC-2917-867E-ED47827ABB9E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2261A1A-732A-B253-7763-0FC83BE6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Itt tudunk lapozni, illetve az X billenytű lenyomásával visszaléphetünk a főmenübe is.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47C0EE2-2030-4C0C-80EF-B7AD70F51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732" y="2704658"/>
            <a:ext cx="7176535" cy="403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2623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82CE4-ED8E-14E3-E0E6-49B1C7772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Fentiek törlése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5B4DA-E84C-BF5A-F75C-211551275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A 3-mas billentyű lenyomásával kitörölhetjük a korábbiakat.       Ezután teljesen előlről, ismét a főmenü jelenik meg. </a:t>
            </a:r>
          </a:p>
        </p:txBody>
      </p:sp>
      <p:sp>
        <p:nvSpPr>
          <p:cNvPr id="7" name="Oval 6">
            <a:hlinkClick r:id="rId2" action="ppaction://hlinksldjump"/>
            <a:extLst>
              <a:ext uri="{FF2B5EF4-FFF2-40B4-BE49-F238E27FC236}">
                <a16:creationId xmlns:a16="http://schemas.microsoft.com/office/drawing/2014/main" id="{3BD02706-CD43-E5C6-D22C-55E3C186840A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C60A578E-B765-4A14-A26C-7442FEE06C3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20"/>
          <a:stretch/>
        </p:blipFill>
        <p:spPr>
          <a:xfrm>
            <a:off x="1202596" y="1344360"/>
            <a:ext cx="6936414" cy="1875934"/>
          </a:xfrm>
          <a:prstGeom prst="rect">
            <a:avLst/>
          </a:prstGeom>
        </p:spPr>
      </p:pic>
      <p:pic>
        <p:nvPicPr>
          <p:cNvPr id="8" name="Picture 20">
            <a:extLst>
              <a:ext uri="{FF2B5EF4-FFF2-40B4-BE49-F238E27FC236}">
                <a16:creationId xmlns:a16="http://schemas.microsoft.com/office/drawing/2014/main" id="{474D04A2-0A50-4B48-B5E1-BC5C31B38A0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920"/>
          <a:stretch/>
        </p:blipFill>
        <p:spPr>
          <a:xfrm>
            <a:off x="1202596" y="4301029"/>
            <a:ext cx="6936414" cy="187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5969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6" presetClass="entr" presetSubtype="2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FD-3C56-99A9-BA29-71B02FE7D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Kilépés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8E97D-E3CF-B098-07A3-AE55358BB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Amennyiben lenyomjuk az X betűt a program teljesen leáll.</a:t>
            </a:r>
          </a:p>
        </p:txBody>
      </p:sp>
      <p:sp>
        <p:nvSpPr>
          <p:cNvPr id="5" name="Oval 4">
            <a:hlinkClick r:id="rId2" action="ppaction://hlinksldjump"/>
            <a:extLst>
              <a:ext uri="{FF2B5EF4-FFF2-40B4-BE49-F238E27FC236}">
                <a16:creationId xmlns:a16="http://schemas.microsoft.com/office/drawing/2014/main" id="{561DB991-4255-B5C2-7722-ADAF5ED52D70}"/>
              </a:ext>
            </a:extLst>
          </p:cNvPr>
          <p:cNvSpPr/>
          <p:nvPr/>
        </p:nvSpPr>
        <p:spPr>
          <a:xfrm>
            <a:off x="10105534" y="201254"/>
            <a:ext cx="1508289" cy="140130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Főmenü</a:t>
            </a:r>
          </a:p>
        </p:txBody>
      </p:sp>
    </p:spTree>
    <p:extLst>
      <p:ext uri="{BB962C8B-B14F-4D97-AF65-F5344CB8AC3E}">
        <p14:creationId xmlns:p14="http://schemas.microsoft.com/office/powerpoint/2010/main" val="229919428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E5FF00-39B7-4612-EA32-59B311677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157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513392242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E5B8FE703E369947997187BFADE1AF83" ma:contentTypeVersion="1" ma:contentTypeDescription="Új dokumentum létrehozása." ma:contentTypeScope="" ma:versionID="f7f01756cbbb63b1cd4dbdca50430bfa">
  <xsd:schema xmlns:xsd="http://www.w3.org/2001/XMLSchema" xmlns:xs="http://www.w3.org/2001/XMLSchema" xmlns:p="http://schemas.microsoft.com/office/2006/metadata/properties" xmlns:ns3="794b48b7-b14e-471d-9d6a-d8c19bd5f0ba" targetNamespace="http://schemas.microsoft.com/office/2006/metadata/properties" ma:root="true" ma:fieldsID="bd2ec039ad7408eaa6c8ce9505317132" ns3:_="">
    <xsd:import namespace="794b48b7-b14e-471d-9d6a-d8c19bd5f0b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4b48b7-b14e-471d-9d6a-d8c19bd5f0b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00AC4C-D4E4-4341-88F0-CF453258986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CAA3E4C-5FB1-4A85-A6B9-BE70DA4A5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8177A3D-C342-42BE-BC93-7FB4CEE702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4b48b7-b14e-471d-9d6a-d8c19bd5f0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</Words>
  <Application>Microsoft Office PowerPoint</Application>
  <PresentationFormat>Szélesvásznú</PresentationFormat>
  <Paragraphs>37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Népesség 2025</vt:lpstr>
      <vt:lpstr>Főmenü</vt:lpstr>
      <vt:lpstr>Megye adatai</vt:lpstr>
      <vt:lpstr>Település típusai</vt:lpstr>
      <vt:lpstr>Települések</vt:lpstr>
      <vt:lpstr>Fentiek törlése</vt:lpstr>
      <vt:lpstr>Kilépés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</dc:title>
  <dc:creator>Léna Tasi (mechwart-debr.edu.hu)</dc:creator>
  <cp:lastModifiedBy>Tasi Léna</cp:lastModifiedBy>
  <cp:revision>3</cp:revision>
  <dcterms:created xsi:type="dcterms:W3CDTF">2026-09-17T17:33:11Z</dcterms:created>
  <dcterms:modified xsi:type="dcterms:W3CDTF">2026-09-18T11:00:36Z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0x010100E5B8FE703E369947997187BFADE1AF83</vt:lpwstr>
  </property>
</Properties>
</file>